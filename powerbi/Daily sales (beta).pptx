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Yesterday | New sales decomposition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basicShape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Current Month | New sales decomposition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basicShape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Current Month | New sales decomposition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.co.za domains | Count of domains | Calculated sales revenue by Invoice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.co.za domains | Count of domains | Calculated sales revenue by Invoice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Count of domains | Calculated sales revenue by Invoice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Count of domains | Calculated sales revenue by Invoice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.co.za domains | Count of domains | Calculated sales revenue by Invoice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Yesterday | Count of Calculated sales revenue by service_type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Yesterday | Count of Calculated sales revenue by service_type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Yesterday | Count of Calculated sales revenue by service_type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Yesterday | Sales by Product by Date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Yesterday | New sales decomposition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basicShape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enlightenSlicerB18DC0CE4A1F4BA79CE49FBE40F3965F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basicShape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Midday | New sales decomposition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Midday | Sales by Product by Date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1fb4c952-a1cc-4c85-8712-7d20df7c2e3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e7c118f2e08d444e" /><Relationship Type="http://schemas.openxmlformats.org/officeDocument/2006/relationships/slideLayout" Target="/ppt/slideLayouts/slideLayout8.xml" Id="R1fe1212d2f004f43" /><Relationship Type="http://schemas.openxmlformats.org/officeDocument/2006/relationships/hyperlink" Target="https://app.powerbi.com/groups/me/reports/1fb4c952-a1cc-4c85-8712-7d20df7c2e3b/?pbi_source=PowerPoint" TargetMode="External" Id="RelId0" /><Relationship Type="http://schemas.openxmlformats.org/officeDocument/2006/relationships/image" Target="/ppt/media/image4.png" Id="imgId448416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8184fc819af3422b" /><Relationship Type="http://schemas.openxmlformats.org/officeDocument/2006/relationships/slideLayout" Target="/ppt/slideLayouts/slideLayout8.xml" Id="Rb8d45e56ac88417c" /><Relationship Type="http://schemas.openxmlformats.org/officeDocument/2006/relationships/hyperlink" Target="https://app.powerbi.com/groups/me/reports/1fb4c952-a1cc-4c85-8712-7d20df7c2e3b/?pbi_source=PowerPoint" TargetMode="External" Id="RelId1" /><Relationship Type="http://schemas.openxmlformats.org/officeDocument/2006/relationships/image" Target="/ppt/media/image5.png" Id="imgId448416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f48c6c3cf86e4f19" /><Relationship Type="http://schemas.openxmlformats.org/officeDocument/2006/relationships/slideLayout" Target="/ppt/slideLayouts/slideLayout8.xml" Id="R059f83b8ab6748b2" /><Relationship Type="http://schemas.openxmlformats.org/officeDocument/2006/relationships/hyperlink" Target="https://app.powerbi.com/groups/me/reports/1fb4c952-a1cc-4c85-8712-7d20df7c2e3b/?pbi_source=PowerPoint" TargetMode="External" Id="RelId2" /><Relationship Type="http://schemas.openxmlformats.org/officeDocument/2006/relationships/image" Target="/ppt/media/image6.png" Id="imgId4484161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572ccb9c70ca463b" /><Relationship Type="http://schemas.openxmlformats.org/officeDocument/2006/relationships/slideLayout" Target="/ppt/slideLayouts/slideLayout8.xml" Id="Rcc07151c5d094603" /><Relationship Type="http://schemas.openxmlformats.org/officeDocument/2006/relationships/hyperlink" Target="https://app.powerbi.com/groups/me/reports/1fb4c952-a1cc-4c85-8712-7d20df7c2e3b/?pbi_source=PowerPoint" TargetMode="External" Id="RelId3" /><Relationship Type="http://schemas.openxmlformats.org/officeDocument/2006/relationships/image" Target="/ppt/media/image7.png" Id="imgId448416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7eaa5e5a9cbb4ad2" /><Relationship Type="http://schemas.openxmlformats.org/officeDocument/2006/relationships/slideLayout" Target="/ppt/slideLayouts/slideLayout8.xml" Id="R085e82a747a641c2" /><Relationship Type="http://schemas.openxmlformats.org/officeDocument/2006/relationships/hyperlink" Target="https://app.powerbi.com/groups/me/reports/1fb4c952-a1cc-4c85-8712-7d20df7c2e3b/?pbi_source=PowerPoint" TargetMode="External" Id="RelId4" /><Relationship Type="http://schemas.openxmlformats.org/officeDocument/2006/relationships/image" Target="/ppt/media/image8.png" Id="imgId4484161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d23cb8d57c9a4385" /><Relationship Type="http://schemas.openxmlformats.org/officeDocument/2006/relationships/slideLayout" Target="/ppt/slideLayouts/slideLayout8.xml" Id="R0c88d84a27b04286" /><Relationship Type="http://schemas.openxmlformats.org/officeDocument/2006/relationships/hyperlink" Target="https://app.powerbi.com/groups/me/reports/1fb4c952-a1cc-4c85-8712-7d20df7c2e3b/?pbi_source=PowerPoint" TargetMode="External" Id="RelId5" /><Relationship Type="http://schemas.openxmlformats.org/officeDocument/2006/relationships/image" Target="/ppt/media/image9.png" Id="imgId448416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32ec77580fb34e98" /><Relationship Type="http://schemas.openxmlformats.org/officeDocument/2006/relationships/slideLayout" Target="/ppt/slideLayouts/slideLayout8.xml" Id="Rada420e9fab148e1" /><Relationship Type="http://schemas.openxmlformats.org/officeDocument/2006/relationships/hyperlink" Target="https://app.powerbi.com/groups/me/reports/1fb4c952-a1cc-4c85-8712-7d20df7c2e3b/?pbi_source=PowerPoint" TargetMode="External" Id="RelId6" /><Relationship Type="http://schemas.openxmlformats.org/officeDocument/2006/relationships/image" Target="/ppt/media/imagea.png" Id="imgId4484162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87cff9ac2ced4222" /><Relationship Type="http://schemas.openxmlformats.org/officeDocument/2006/relationships/slideLayout" Target="/ppt/slideLayouts/slideLayout8.xml" Id="R550139b1de134e1e" /><Relationship Type="http://schemas.openxmlformats.org/officeDocument/2006/relationships/hyperlink" Target="https://app.powerbi.com/groups/me/reports/1fb4c952-a1cc-4c85-8712-7d20df7c2e3b/?pbi_source=PowerPoint" TargetMode="External" Id="RelId7" /><Relationship Type="http://schemas.openxmlformats.org/officeDocument/2006/relationships/image" Target="/ppt/media/imageb.png" Id="imgId44841620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Daily sales (beta)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06/10/2026 17:17:17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06/10/2026 17:11:30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Yesterday | New sales decomposition ,basicShape ,actionButton ,Sales Analysis ,image ,actionButton ,enlightenSlicerB18DC0CE4A1F4BA79CE49FBE40F3965F ,actionButton ,actionButton ,actionButton ,actionButton ,card ,tableEx ,tableEx ,card ,card ,Current Month | New sales decomposition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19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647700"/>
            <a:ext cx="12192000" cy="556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Daily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ctionButton ,actionButton ,actionButton ,actionButton ,basicShape ,actionButton ,Sales Analysis ,image ,actionButton ,enlightenSlicerB18DC0CE4A1F4BA79CE49FBE40F3965F ,card ,tableEx ,tableEx ,card ,Current Month | New sales decomposition ,card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1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Midday 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.co.za domains | Count of domains | Calculated sales revenue by Invoice status ,donutChart ,.co.za domains | Count of domains | Calculated sales revenue by Invoice status ,Count of domains | Calculated sales revenue by Invoice status ,Count of domains | Calculated sales revenue by Invoice status ,donutChart ,Sales Analysis ,image ,enlightenSlicerB18DC0CE4A1F4BA79CE49FBE40F3965F ,.co.za domains | Count of domains | Calculated sales revenue by Invoice status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1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Domains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 ,lineStackedColumnComboChart ,lineStackedColumnComboChart ,Sales Analysis ,image ,enlightenSlicerB18DC0CE4A1F4BA79CE49FBE40F3965F ,Yesterday | Count of Calculated sales revenue by service_typ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1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builder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 ,lineStackedColumnComboChart ,lineStackedColumnComboChart ,Sales Analysis ,image ,enlightenSlicerB18DC0CE4A1F4BA79CE49FBE40F3965F ,Yesterday | Count of Calculated sales revenue by service_type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19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design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 ,lineStackedColumnComboChart ,lineStackedColumnComboChart ,Sales Analysis ,image ,enlightenSlicerB18DC0CE4A1F4BA79CE49FBE40F3965F ,Yesterday | Count of Calculated sales revenue by service_type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2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Email hosting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Yesterday | Sales by Product by Date ,Yesterday | New sales decomposition ,basicShape ,actionButton ,Sales Analysis ,image ,actionButton ,enlightenSlicerB18DC0CE4A1F4BA79CE49FBE40F3965F ,actionButton ,actionButton ,actionButton ,actionButton ,card ,card ,card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2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647700"/>
            <a:ext cx="12192000" cy="556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Daily by Product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 ,card ,enlightenSlicerB18DC0CE4A1F4BA79CE49FBE40F3965F ,card ,actionButton ,image ,actionButton ,actionButton ,actionButton ,actionButton ,Sales Analysis ,actionButton ,basicShape ,Midday | New sales decomposition ,Midday | Sales by Product by Date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84162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647700"/>
            <a:ext cx="12192000" cy="556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Midday Daily by Product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